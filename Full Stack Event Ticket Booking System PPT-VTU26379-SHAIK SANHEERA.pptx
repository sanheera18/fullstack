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3" y="7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heera shaik" userId="c81112793e4b9f4a" providerId="LiveId" clId="{F3788AF1-791F-419C-8E0E-C690D08F8351}"/>
    <pc:docChg chg="modSld">
      <pc:chgData name="sanheera shaik" userId="c81112793e4b9f4a" providerId="LiveId" clId="{F3788AF1-791F-419C-8E0E-C690D08F8351}" dt="2026-04-21T15:41:10.391" v="22" actId="20577"/>
      <pc:docMkLst>
        <pc:docMk/>
      </pc:docMkLst>
      <pc:sldChg chg="modSp mod">
        <pc:chgData name="sanheera shaik" userId="c81112793e4b9f4a" providerId="LiveId" clId="{F3788AF1-791F-419C-8E0E-C690D08F8351}" dt="2026-04-21T15:41:10.391" v="22" actId="20577"/>
        <pc:sldMkLst>
          <pc:docMk/>
          <pc:sldMk cId="0" sldId="263"/>
        </pc:sldMkLst>
        <pc:spChg chg="mod">
          <ac:chgData name="sanheera shaik" userId="c81112793e4b9f4a" providerId="LiveId" clId="{F3788AF1-791F-419C-8E0E-C690D08F8351}" dt="2026-04-21T15:41:10.391" v="22" actId="20577"/>
          <ac:spMkLst>
            <pc:docMk/>
            <pc:sldMk cId="0" sldId="263"/>
            <ac:spMk id="48" creationId="{26E9F5F9-CCF8-6F05-4C01-034C88D752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22-04-2026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5850618"/>
            <a:ext cx="15784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Stack Event Ticket Booking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32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SHAIK SANHEERA– VTU26379 –23UECS1205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Manohar ME.,(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  <a:endParaRPr lang="en-IN" sz="2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74523" y="910465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07B452-17B2-6DED-9C01-529925130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968633"/>
            <a:ext cx="14554199" cy="5543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dynamic, full-stack web application designed to streamline the process of discovering and booking tickets for various college events (Technical, Non-Technical, and Workshops).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seamless user experience for students to register, browse events, and secure their spots, while providing organizers with an automated way to manage ticket availability</a:t>
            </a:r>
            <a:r>
              <a:rPr lang="en-US" sz="3600" dirty="0"/>
              <a:t>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69136" y="1714500"/>
            <a:ext cx="1406886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and Time - Consuming: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tickets requires manual work, which takes more time and slows down the process.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Queues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stand in long lines, especially during peak times, causing inconvenience.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Record Management: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records manually can lead to errors, data loss, and duplication.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is only available at specific places and times, reducing user convenience.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easily check ticket availability or booking status in real time.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for Large Users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cannot handle a large number of users effectively during high demand.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Chances of Errors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entry may lead to mistakes in booking details.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31955" y="707057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667000" y="2279056"/>
            <a:ext cx="123443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online platform that allows users to book tickets easily and quickly from anywhere at any time.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 and waiting time by automating the ticket booking process.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and manage booking records efficiently with proper data storage and retrieval.</a:t>
            </a:r>
          </a:p>
          <a:p>
            <a:pPr marL="457200" indent="-457200">
              <a:buFontTx/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855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77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77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77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77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277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277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277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77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896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286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031850" y="1375503"/>
            <a:ext cx="15178343" cy="8422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Event Hub: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Instead of relying on physical notice boards or scattered WhatsApp messages, the proposed system provides a single, unified dashboard where students can discover all upcoming Technical, Non-Technical, and Workshop events.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Inventory Management: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system utilizes MongoDB to actively track ticket availability. When a student books a ticket, the available capacity decreases instantly, entirely eliminating the risk of overbooking or double-booking.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Implementing JSON Web Tokens (JWT) and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ensures that user data is highly protected. Only verified students can log in and perform sensitive actions like booking tickets.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Ticket Generation: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Upon successful registration for an event, the system automatically generates a digital receipt/ticket, providing instant confirmation to the user without any manual intervention from organizers.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&amp; Responsive UI: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 with React and enhanced with Framer Motion animations, the system guarantees a smooth, modern, and mobile-friendly experience across all devices.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214FF-8A65-DAEA-35E3-B18F8B47B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662" y="2404286"/>
            <a:ext cx="10896600" cy="726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151575" y="1600443"/>
            <a:ext cx="1508232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Diagram: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5D1B62-265C-64E6-FCD6-5EC6A775E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719943"/>
            <a:ext cx="9220200" cy="82511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470087" y="2001749"/>
            <a:ext cx="1269371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React JS, HTML5</a:t>
            </a: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, CSS3,Javascript.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Node.js, Express.js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Intel i3 or above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4 GB or above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Windows / Linux / macOS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Node.js ,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Web Browser (Chrome/Edge/Firefox)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381396" y="1252054"/>
            <a:ext cx="15100458" cy="886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User Authentication Module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Captures user details, encrypts their password, and creates a new document in the MongoDB users collection.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Verifies credentials, compares the hashed password, and issues a JWT if successful.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Protects specific pages (like the Payment/Booking page) so only logged-in users can access them.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Event Management Module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Catalog: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Fetches all available events from the database and displays them dynamically.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Allows users to categorize events (e.g., only showing Technical events or Workshops).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Details: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Displays comprehensive information for a single event, including dates, venues, remaining capacity, and pricing.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Booking &amp; Ticket Module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Handling: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Processes the user's request to book a ticket.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Automatically decrements the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availableTickets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count in the database in real-time to prevent overbooking.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Generation: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Generates a digital ticket/receipt for the user once the booking is confirmed.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86590B-BF65-FA07-8122-8F3DFFFE8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49019"/>
            <a:ext cx="8325101" cy="4035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DA8D02-7916-65F3-425A-42F8A0E1F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382951"/>
            <a:ext cx="8807831" cy="434072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6A85AE6-7F5F-A270-590E-7BB3DD5FD957}"/>
              </a:ext>
            </a:extLst>
          </p:cNvPr>
          <p:cNvSpPr txBox="1"/>
          <p:nvPr/>
        </p:nvSpPr>
        <p:spPr>
          <a:xfrm>
            <a:off x="10820400" y="1638300"/>
            <a:ext cx="5493020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user/admin can view the homepage where they cam browse events and see their bookings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0DACEA-27DA-2C8E-D6C1-9EBCB0112822}"/>
              </a:ext>
            </a:extLst>
          </p:cNvPr>
          <p:cNvSpPr txBox="1"/>
          <p:nvPr/>
        </p:nvSpPr>
        <p:spPr>
          <a:xfrm>
            <a:off x="2514600" y="6019380"/>
            <a:ext cx="472440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login to so that they can access the event tickets and bookings securely. And admin can login to manage events , bookings.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BBB8C-EF1E-2C35-B283-03C735EE9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161" y="1423989"/>
            <a:ext cx="7611207" cy="374280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2129CB7-357C-2B49-1C48-134A6B3AC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49" y="1404897"/>
            <a:ext cx="7455479" cy="371951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A69A1B0-3235-5CD6-FD99-C65E7A44B5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71" t="10358"/>
          <a:stretch>
            <a:fillRect/>
          </a:stretch>
        </p:blipFill>
        <p:spPr>
          <a:xfrm>
            <a:off x="1775691" y="5218326"/>
            <a:ext cx="6116033" cy="449717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70D7A6E-E201-51E3-7821-98F52358B0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29" t="5244" r="2286" b="1997"/>
          <a:stretch>
            <a:fillRect/>
          </a:stretch>
        </p:blipFill>
        <p:spPr>
          <a:xfrm>
            <a:off x="7939364" y="5223862"/>
            <a:ext cx="4591524" cy="449163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085CEE2-749F-D1C6-0108-190AA5C9A2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8528" y="5218326"/>
            <a:ext cx="4334990" cy="44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7F6A2F-79C2-94C9-51C9-005D68C40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158" y="1638300"/>
            <a:ext cx="7211431" cy="683990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991D728-9C8F-83F5-2313-116BF315C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978" y="1505789"/>
            <a:ext cx="6826757" cy="727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019B4-91D3-B0AB-4E3D-B60E07F8F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445" y="1340305"/>
            <a:ext cx="8638523" cy="397832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49C9E1C-CCF1-9433-C38E-6C12BCEB6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0010" y="1340305"/>
            <a:ext cx="6892189" cy="39287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58993E-D5AD-E777-B05C-43A76F4A0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5111" y="5360353"/>
            <a:ext cx="7251290" cy="406052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50B77ED-171E-FD1C-2B97-0A73EAC06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6066" y="5360353"/>
            <a:ext cx="8389746" cy="411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E3B8F-197C-59D0-534D-21719E36BFA6}"/>
              </a:ext>
            </a:extLst>
          </p:cNvPr>
          <p:cNvSpPr txBox="1"/>
          <p:nvPr/>
        </p:nvSpPr>
        <p:spPr>
          <a:xfrm>
            <a:off x="1996046" y="2104707"/>
            <a:ext cx="15314213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Easy and convenient booking from anywhere.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Saves time by avoiding long queues.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User-friendly interface for smooth navigation.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Quick access to event details and availability.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Reduces manual errors in booking process.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Efficient data management with digital records.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to access the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payment integration.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system performance and browser.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seat availability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functionality compared to real-world systems.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1033</Words>
  <Application>Microsoft Office PowerPoint</Application>
  <PresentationFormat>Custom</PresentationFormat>
  <Paragraphs>229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Bookman Old Style</vt:lpstr>
      <vt:lpstr>Gotham Bold Italics</vt:lpstr>
      <vt:lpstr>Times New Roman</vt:lpstr>
      <vt:lpstr>Calibri</vt:lpstr>
      <vt:lpstr>Cambria</vt:lpstr>
      <vt:lpstr>Arial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SAI Ganesh</dc:creator>
  <cp:lastModifiedBy>sanheera shaik</cp:lastModifiedBy>
  <cp:revision>19</cp:revision>
  <dcterms:created xsi:type="dcterms:W3CDTF">2006-08-16T00:00:00Z</dcterms:created>
  <dcterms:modified xsi:type="dcterms:W3CDTF">2026-04-21T15:41:15Z</dcterms:modified>
  <dc:identifier>DAHCaYqJ9OU</dc:identifier>
</cp:coreProperties>
</file>