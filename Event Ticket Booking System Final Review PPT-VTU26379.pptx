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6" r:id="rId12"/>
    <p:sldId id="267" r:id="rId13"/>
    <p:sldId id="268" r:id="rId14"/>
    <p:sldId id="272" r:id="rId15"/>
    <p:sldId id="271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  <p:embeddedFont>
      <p:font typeface="Gotham Bold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heera shaik" userId="c81112793e4b9f4a" providerId="LiveId" clId="{F3788AF1-791F-419C-8E0E-C690D08F8351}"/>
    <pc:docChg chg="modSld">
      <pc:chgData name="sanheera shaik" userId="c81112793e4b9f4a" providerId="LiveId" clId="{F3788AF1-791F-419C-8E0E-C690D08F8351}" dt="2026-05-06T04:54:12.517" v="21" actId="20577"/>
      <pc:docMkLst>
        <pc:docMk/>
      </pc:docMkLst>
      <pc:sldChg chg="modSp mod">
        <pc:chgData name="sanheera shaik" userId="c81112793e4b9f4a" providerId="LiveId" clId="{F3788AF1-791F-419C-8E0E-C690D08F8351}" dt="2026-05-06T04:30:57.842" v="4" actId="20577"/>
        <pc:sldMkLst>
          <pc:docMk/>
          <pc:sldMk cId="0" sldId="256"/>
        </pc:sldMkLst>
        <pc:spChg chg="mod">
          <ac:chgData name="sanheera shaik" userId="c81112793e4b9f4a" providerId="LiveId" clId="{F3788AF1-791F-419C-8E0E-C690D08F8351}" dt="2026-05-05T20:34:39.637" v="2" actId="255"/>
          <ac:spMkLst>
            <pc:docMk/>
            <pc:sldMk cId="0" sldId="256"/>
            <ac:spMk id="14" creationId="{EA8EEF4A-EB43-B7D9-87FC-7C7D752BCA78}"/>
          </ac:spMkLst>
        </pc:spChg>
        <pc:spChg chg="mod">
          <ac:chgData name="sanheera shaik" userId="c81112793e4b9f4a" providerId="LiveId" clId="{F3788AF1-791F-419C-8E0E-C690D08F8351}" dt="2026-05-06T04:30:57.842" v="4" actId="20577"/>
          <ac:spMkLst>
            <pc:docMk/>
            <pc:sldMk cId="0" sldId="256"/>
            <ac:spMk id="15" creationId="{6FF32D1A-2F9C-AC53-CCBD-ABF748DF236F}"/>
          </ac:spMkLst>
        </pc:spChg>
      </pc:sldChg>
      <pc:sldChg chg="modSp mod">
        <pc:chgData name="sanheera shaik" userId="c81112793e4b9f4a" providerId="LiveId" clId="{F3788AF1-791F-419C-8E0E-C690D08F8351}" dt="2026-05-06T04:54:12.517" v="21" actId="20577"/>
        <pc:sldMkLst>
          <pc:docMk/>
          <pc:sldMk cId="0" sldId="264"/>
        </pc:sldMkLst>
        <pc:spChg chg="mod">
          <ac:chgData name="sanheera shaik" userId="c81112793e4b9f4a" providerId="LiveId" clId="{F3788AF1-791F-419C-8E0E-C690D08F8351}" dt="2026-05-06T04:54:12.517" v="21" actId="20577"/>
          <ac:spMkLst>
            <pc:docMk/>
            <pc:sldMk cId="0" sldId="264"/>
            <ac:spMk id="44" creationId="{9304C197-EAC7-7A26-FAED-ED7302DBEC6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Stack Event Ticket Booking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28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SHAIK SANHEERA– VTU26379 –23UECS1205</a:t>
            </a:r>
            <a:endParaRPr lang="en-IN" sz="2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S. Manohar ME.,</a:t>
            </a:r>
            <a:r>
              <a:rPr lang="en-US" sz="30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Phd</a:t>
            </a:r>
            <a:endParaRPr lang="en-US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Assistant Professor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706082" y="120147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5D6EF-379C-2B46-EE94-748C1E0F298F}"/>
              </a:ext>
            </a:extLst>
          </p:cNvPr>
          <p:cNvSpPr txBox="1"/>
          <p:nvPr/>
        </p:nvSpPr>
        <p:spPr>
          <a:xfrm>
            <a:off x="2294021" y="2224777"/>
            <a:ext cx="14986072" cy="553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dynamic, full-stack web application designed to streamline the process of discovering and booking tickets for various college events (Technical, Non-Technical, and Workshops).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seamless user experience for students to register, browse events, and secure their spots, while providing organizers with an automated way to manage ticket availability.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42171" y="2505072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and Time - Consuming: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tickets requires manual work, which takes more time and slows down the process.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Queues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stand in long lines, especially during peak times, causing inconvenience.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Record Management: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records manually can lead to errors, data loss, and duplication.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is only available at specific places and times, reducing user convenience.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easily check ticket availability or booking status in real time.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for Large Users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cannot handle a large number of users effectively during high demand.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Chances of Errors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entry may lead to mistakes in booking details.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90500" y="108540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54166" y="2681228"/>
            <a:ext cx="15082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online platform that allows users to book tickets easily and quickly from anywhere at any time.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 and waiting time by automating the ticket booking process.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and manage booking records efficiently with proper data storage and retrieval.</a:t>
            </a:r>
          </a:p>
          <a:p>
            <a:pPr marL="457200" indent="-457200">
              <a:buFontTx/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981200" y="1201399"/>
            <a:ext cx="15082325" cy="8463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Event Hub: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Instead of relying on physical notice boards or scattered WhatsApp messages, the proposed system provides a single, unified dashboard where students can discover all upcoming Technical, Non-Technical, and Workshop events.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Inventory Management: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system utilizes MongoDB to actively track ticket availability. When a student books a ticket, the available capacity decreases instantly, entirely eliminating the risk of overbooking or double-booking.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Implementing JSON Web Tokens (JWT) and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ensures that user data is highly protected. Only verified students can log in and perform sensitive actions like booking tickets.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Ticket Generation: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Upon successful registration for an event, the system automatically generates a digital receipt/ticket, providing instant confirmation to the user without any manual intervention from organizers.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&amp; Responsive UI: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 with React and enhanced with Framer Motion animations, the system guarantees a smooth, modern, and mobile-friendly experience across all devices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5E048AF-54EE-1DC3-FC8B-AEF3DA431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508422"/>
            <a:ext cx="11658600" cy="82919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27934" y="1656688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10973D-7D76-DEC0-6A6C-0ABB50F4F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466708"/>
            <a:ext cx="12192000" cy="83636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0" y="719296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361002" y="2094271"/>
            <a:ext cx="15082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React JS, HTML5, CSS3,Javascript.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Node.js, Express.js, JWT  for Authentication.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SMTP(used for sending the 2FA OTP codes to users)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Intel i3 or above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4 GB or above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Windows / Linux / macOS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Node.js ,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Web Browser (Chrome/Edge/Firefox)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735588" y="725312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80294" y="1262273"/>
            <a:ext cx="15082325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secure user registration, password hashing (using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authentication. It manages user sessions using JSON Web Tokens (JWT) to ensure only authorized users can book tickets or view their profiles.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Core Processing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the main business logic of the application. It fetches available events from the server, handles the ticket selection process, processes the booking requests, and updates ticket inventory in real-time.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data storage and retrieval using MongoDB. It ensures data integrity across structured collections for Users, Events, Bookings, and temporary OTPs.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Innovative Module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advanced features to enhance security and user experience. This includes a secure Two-Factor Authentication (2FA) flow using Email OTP verification during login, and an automated rule-based Chatbot widget for instant customer support.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Reporting &amp; Analytics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insights for the user through the "My Bookings" dashboard, generating a historical visual report of all their past and upcoming purchased event tickets.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828631" y="786872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514600" y="7760846"/>
            <a:ext cx="15082325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user/admin can view the homepage where they cam browse events and see their bookings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1915BA-C80E-F907-61F7-20CEAABD6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2015465"/>
            <a:ext cx="11201400" cy="542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A92C2D-D7DE-CE8A-2631-2713DC8BD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431" y="1565193"/>
            <a:ext cx="7811370" cy="37865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7FF113-F55C-841B-F06D-C34F0AE2D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9280" y="1567366"/>
            <a:ext cx="7683361" cy="37865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148B25-B001-2E5A-6350-F8AE503C1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012" y="5472947"/>
            <a:ext cx="7811370" cy="41345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F6067A-B3B8-2A6D-7018-418831464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1364" y="5414891"/>
            <a:ext cx="4046378" cy="419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7AD71A-7FA3-D557-BACD-5FCC757037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96724" y="5472946"/>
            <a:ext cx="3788519" cy="413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808578" y="606918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1982306" y="863156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10333024" y="791216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Page</a:t>
            </a: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A1B5FFD-AAE9-05B9-F9BA-DCC2E2C35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851" y="2328734"/>
            <a:ext cx="7313723" cy="34201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4F56DA-6700-3D23-86AD-A7B26CC31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306" y="2381716"/>
            <a:ext cx="7268387" cy="32033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E42C9A0-8334-4B4D-815C-542C44A92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613" y="5650489"/>
            <a:ext cx="7344080" cy="3659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58F5E62-363A-E9BB-65F2-077F3CF12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9852" y="5883940"/>
            <a:ext cx="7313728" cy="352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284916" y="608313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231945" y="1593381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17B26-AB9D-D09A-8A5D-E6621E6A2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5565146"/>
            <a:ext cx="7761916" cy="3825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3B120-9628-6ABE-4616-9F6F20C2F1D8}"/>
              </a:ext>
            </a:extLst>
          </p:cNvPr>
          <p:cNvSpPr txBox="1"/>
          <p:nvPr/>
        </p:nvSpPr>
        <p:spPr>
          <a:xfrm>
            <a:off x="2805495" y="5889268"/>
            <a:ext cx="48006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login to so that they can access the event tickets and bookings securely. And admin can login to manage events , bookings.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DA30A34-1BAA-E893-5779-CD178683C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221" y="2282144"/>
            <a:ext cx="6727779" cy="326350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BB21CE8-CCA3-38D2-EA5F-607F2180CF12}"/>
              </a:ext>
            </a:extLst>
          </p:cNvPr>
          <p:cNvSpPr txBox="1"/>
          <p:nvPr/>
        </p:nvSpPr>
        <p:spPr>
          <a:xfrm>
            <a:off x="2416221" y="1492245"/>
            <a:ext cx="10766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Management(Registration and Login Page)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777E95-40EE-1BAE-679B-F6E10322AC9C}"/>
              </a:ext>
            </a:extLst>
          </p:cNvPr>
          <p:cNvSpPr txBox="1"/>
          <p:nvPr/>
        </p:nvSpPr>
        <p:spPr>
          <a:xfrm>
            <a:off x="9671957" y="2496982"/>
            <a:ext cx="5793838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 captures user credentials, ensuring passwords are encrypted before being stored in the database.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828631" y="509026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E5CB51-93E7-6156-14C9-900C42EA3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853" y="2107694"/>
            <a:ext cx="7524535" cy="37001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4FB97F-F3B6-FD2B-4A89-D3A0C48C5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490" y="2133281"/>
            <a:ext cx="7416739" cy="37001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9CB6BD-48A2-19CB-28B8-9C8C0B47A5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71" t="10358"/>
          <a:stretch>
            <a:fillRect/>
          </a:stretch>
        </p:blipFill>
        <p:spPr>
          <a:xfrm>
            <a:off x="1863596" y="5939291"/>
            <a:ext cx="4368353" cy="3984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A7D0FB-C040-7D02-54AF-7D04E71448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29" t="5244" r="2286" b="1997"/>
          <a:stretch>
            <a:fillRect/>
          </a:stretch>
        </p:blipFill>
        <p:spPr>
          <a:xfrm>
            <a:off x="6254811" y="5990889"/>
            <a:ext cx="4067946" cy="39794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C52F9E3-1893-7BD4-D281-B511AA8F8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2951" y="5896528"/>
            <a:ext cx="3867276" cy="405685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34FB912-C4AE-DF8F-4DE7-B4EA04801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55581" y="5950845"/>
            <a:ext cx="3788519" cy="39482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7CA0278-E731-120C-95F8-239CDA02B9EC}"/>
              </a:ext>
            </a:extLst>
          </p:cNvPr>
          <p:cNvSpPr txBox="1"/>
          <p:nvPr/>
        </p:nvSpPr>
        <p:spPr>
          <a:xfrm>
            <a:off x="2173705" y="1427050"/>
            <a:ext cx="13121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2:Event Management and Booking(Event Details and Booking page)</a:t>
            </a:r>
          </a:p>
        </p:txBody>
      </p:sp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951808" y="618822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4B2BB-27EE-9136-DC70-3E3D3A0AB764}"/>
              </a:ext>
            </a:extLst>
          </p:cNvPr>
          <p:cNvSpPr txBox="1"/>
          <p:nvPr/>
        </p:nvSpPr>
        <p:spPr>
          <a:xfrm>
            <a:off x="936203" y="1726099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872329-C1B7-CE50-B975-B9F79F25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014" y="2604501"/>
            <a:ext cx="6916066" cy="34148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9EF36E-980A-3A49-9028-FE7B4264A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225" y="6099333"/>
            <a:ext cx="7620315" cy="369809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BB659B3-B5A1-FF06-FFC1-2B0FB5D0AF44}"/>
              </a:ext>
            </a:extLst>
          </p:cNvPr>
          <p:cNvSpPr txBox="1"/>
          <p:nvPr/>
        </p:nvSpPr>
        <p:spPr>
          <a:xfrm>
            <a:off x="2684848" y="6060318"/>
            <a:ext cx="6530766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Verification Page: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an extra layer of security by requiring a One-Time Password sent to the user's email during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login,prevents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unauthorized access and protects user accounts even if their primary password is compromised.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1BDA58-F0FD-2D62-938A-47B39A461825}"/>
              </a:ext>
            </a:extLst>
          </p:cNvPr>
          <p:cNvSpPr txBox="1"/>
          <p:nvPr/>
        </p:nvSpPr>
        <p:spPr>
          <a:xfrm>
            <a:off x="9900365" y="2773201"/>
            <a:ext cx="7096169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Page: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a rule-based automated assistant to provide users with instant, 24/7 customer support.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overall user experience by quickly answering common questions about ticketing policies and events.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A9280A-8C1A-8382-7288-31648AB552E2}"/>
              </a:ext>
            </a:extLst>
          </p:cNvPr>
          <p:cNvSpPr txBox="1"/>
          <p:nvPr/>
        </p:nvSpPr>
        <p:spPr>
          <a:xfrm>
            <a:off x="2466014" y="1722602"/>
            <a:ext cx="12773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Module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(OTP verification &amp;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ChatBoInterface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BC9AF-8798-7DCD-3336-17F18716D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568" y="2133821"/>
            <a:ext cx="8223224" cy="3068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ECD408-125B-D8FA-C6E2-111ABB16A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22"/>
          <a:stretch>
            <a:fillRect/>
          </a:stretch>
        </p:blipFill>
        <p:spPr>
          <a:xfrm>
            <a:off x="2386703" y="4983015"/>
            <a:ext cx="6785092" cy="354078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46BD1DE-E567-8796-D6E5-95D2BEC51B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7"/>
          <a:stretch>
            <a:fillRect/>
          </a:stretch>
        </p:blipFill>
        <p:spPr>
          <a:xfrm>
            <a:off x="9574469" y="5028436"/>
            <a:ext cx="7037403" cy="356613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E6106D3-D034-5874-B217-6BC30C657B36}"/>
              </a:ext>
            </a:extLst>
          </p:cNvPr>
          <p:cNvSpPr txBox="1"/>
          <p:nvPr/>
        </p:nvSpPr>
        <p:spPr>
          <a:xfrm>
            <a:off x="11008194" y="2350780"/>
            <a:ext cx="55442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table: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structured, real-time view of all registered users managed within the system's database, Ensures administrators can effectively monitor user accounts, roles, and securely hashed credentials.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99FD58-54AB-AFF6-2564-A113E955A794}"/>
              </a:ext>
            </a:extLst>
          </p:cNvPr>
          <p:cNvSpPr txBox="1"/>
          <p:nvPr/>
        </p:nvSpPr>
        <p:spPr>
          <a:xfrm>
            <a:off x="2185074" y="8374445"/>
            <a:ext cx="147787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 and booking tables: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manages the complete ticketing lifecycle by maintaining comprehensive event details and tracking user reservations in real-time.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16DCA6-FE64-3484-F6FF-74B57DD92522}"/>
              </a:ext>
            </a:extLst>
          </p:cNvPr>
          <p:cNvSpPr txBox="1"/>
          <p:nvPr/>
        </p:nvSpPr>
        <p:spPr>
          <a:xfrm>
            <a:off x="2502568" y="1448587"/>
            <a:ext cx="6417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</p:txBody>
      </p:sp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533400" y="719296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C8D202-7279-9D1E-A06E-C4B206D10B0B}"/>
              </a:ext>
            </a:extLst>
          </p:cNvPr>
          <p:cNvSpPr txBox="1"/>
          <p:nvPr/>
        </p:nvSpPr>
        <p:spPr>
          <a:xfrm>
            <a:off x="2286000" y="1982349"/>
            <a:ext cx="15024259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Enhanced Security</a:t>
            </a:r>
            <a:r>
              <a:rPr lang="en-US" sz="2800" dirty="0"/>
              <a:t>: Protects user accounts with Two-Factor Authentication (2FA) via OTP and encrypts passwords using </a:t>
            </a:r>
            <a:r>
              <a:rPr lang="en-US" sz="2800" dirty="0" err="1"/>
              <a:t>bcrypt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24/7 Automated Support</a:t>
            </a:r>
            <a:r>
              <a:rPr lang="en-US" sz="2800" dirty="0"/>
              <a:t>: The integrated chatbot provides instant answers to common user queries without requiring human intervention.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Highly Responsive UI</a:t>
            </a:r>
            <a:r>
              <a:rPr lang="en-US" sz="2800" dirty="0"/>
              <a:t>: Built with React and Framer Motion, ensuring a smooth, dynamic, and fast user experience without page reloads.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Scalable Architecture</a:t>
            </a:r>
            <a:r>
              <a:rPr lang="en-US" sz="2800" dirty="0"/>
              <a:t>: Uses MongoDB (NoSQL), allowing the database to easily scale and handle a growing number of events and bookings.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Chatbot Limits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chatbot is programmed with predefined rules; it cannot understand complex, out-of-context natural language like a true AI.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Dependency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2FA security relies on external SMTP/Email services to deliver the OTP. If the email server is down, users cannot log 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Requirement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platform is entirely web-based and requires a stable internet connection to browse events or process bookings (no offline mode).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1393</Words>
  <Application>Microsoft Office PowerPoint</Application>
  <PresentationFormat>Custom</PresentationFormat>
  <Paragraphs>325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Cambria</vt:lpstr>
      <vt:lpstr>Arial</vt:lpstr>
      <vt:lpstr>Gotham</vt:lpstr>
      <vt:lpstr>Times New Roman</vt:lpstr>
      <vt:lpstr>Bookman Old Style</vt:lpstr>
      <vt:lpstr>Calibri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Sanheera Shaik</dc:creator>
  <cp:lastModifiedBy>sanheera shaik</cp:lastModifiedBy>
  <cp:revision>14</cp:revision>
  <dcterms:created xsi:type="dcterms:W3CDTF">2006-08-16T00:00:00Z</dcterms:created>
  <dcterms:modified xsi:type="dcterms:W3CDTF">2026-05-06T04:54:20Z</dcterms:modified>
  <dc:identifier>DAHCaYqJ9OU</dc:identifier>
</cp:coreProperties>
</file>